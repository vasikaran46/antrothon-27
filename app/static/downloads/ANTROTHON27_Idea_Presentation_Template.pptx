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1E2E"/>
                </a:solidFill>
              </a:defRPr>
            </a:pPr>
            <a:r>
              <a:t>ANTROTHON'27 // IDEA SUBMISSION TEMPLATE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[ ENTER YOUR IDEA TITLE HERE (MAX 100 CHARS) ]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Track: [ Select: Track 1 (Human Safety) / Track 2 (Health &amp; Education) / Track 3 (Sustainability) ]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Team Name: [ Enter Team Name ]   |   College: [ Enter College Name ]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Team Leader: [ Name | Mobile | Email ]</a:t>
            </a:r>
            <a:br/>
            <a:r>
              <a:t>• Member 2: [ Name | Mobile | Email ]</a:t>
            </a:r>
            <a:br/>
            <a:r>
              <a:t>• Member 3: [ Name | Mobile | Email ]</a:t>
            </a:r>
            <a:br/>
            <a:r>
              <a:t>• Member 4: [ Name | Mobile | Email ]</a:t>
            </a:r>
            <a:br/>
            <a:r>
              <a:t>• Member 5 (Optional): [ Name | Mobile | Email ]</a:t>
            </a:r>
            <a:br/>
            <a:r>
              <a:t>• Member 6 (Optional): [ Name | Mobile | Email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1E2E"/>
                </a:solidFill>
              </a:defRPr>
            </a:pPr>
            <a:r>
              <a:t>// ANTROTHON'27 IDEA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01 // Track Focus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A. Track Focus &amp; Need Addressed:</a:t>
            </a:r>
          </a:p>
          <a:p>
            <a:pPr>
              <a:spcAft>
                <a:spcPts val="1800"/>
              </a:spcAft>
              <a:defRPr sz="1400">
                <a:solidFill>
                  <a:srgbClr val="FFFFFF"/>
                </a:solidFill>
              </a:defRPr>
            </a:pPr>
            <a:r>
              <a:t>• Specify your chosen Hackathon Track (Track 1, 2, or 3).</a:t>
            </a:r>
            <a:br/>
            <a:r>
              <a:t>• Describe the societal challenge or opportunity targeted within this track.</a:t>
            </a:r>
          </a:p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B. Proposed Innovative Solution: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Detail your concept and how it directly addresses the targeted track theme.</a:t>
            </a:r>
            <a:br/>
            <a:r>
              <a:t>• Explain what makes your approach creative, unique, and human-centric.</a:t>
            </a:r>
            <a:br/>
            <a:r>
              <a:t>• What are the core deliverables of this project?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1E2E"/>
                </a:solidFill>
              </a:defRPr>
            </a:pPr>
            <a:r>
              <a:t>// ANTROTHON'27 IDEA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02 // Technical 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A. System Architecture / Flow Diagram:</a:t>
            </a:r>
          </a:p>
          <a:p>
            <a:pPr>
              <a:spcAft>
                <a:spcPts val="2000"/>
              </a:spcAft>
              <a:defRPr sz="1400" i="1">
                <a:solidFill>
                  <a:srgbClr val="94A3B8"/>
                </a:solidFill>
              </a:defRPr>
            </a:pPr>
            <a:r>
              <a:t>[ Insert your system architecture diagram, block diagram, or user workflow here ]</a:t>
            </a:r>
          </a:p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B. Technologies &amp; Tools Planned: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Frontend / Interface: [ e.g. React, Flutter, Web, Android ]</a:t>
            </a:r>
            <a:br/>
            <a:r>
              <a:t>• Backend &amp; APIs: [ e.g. Python, FastAPI, Node.js, Go ]</a:t>
            </a:r>
            <a:br/>
            <a:r>
              <a:t>• AI / ML / Models: [ e.g. PyTorch, OpenCV, LLMs, Edge AI ]</a:t>
            </a:r>
            <a:br/>
            <a:r>
              <a:t>• Database &amp; Hardware: [ e.g. PostgreSQL, Raspberry Pi, ESP32, Firebase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1E2E"/>
                </a:solidFill>
              </a:defRPr>
            </a:pPr>
            <a:r>
              <a:t>// ANTROTHON'27 IDEA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03 // Feasibility, Viability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A. Novelty / Uniqueness (USP):</a:t>
            </a:r>
          </a:p>
          <a:p>
            <a:pPr>
              <a:spcAft>
                <a:spcPts val="1800"/>
              </a:spcAft>
              <a:defRPr sz="1400">
                <a:solidFill>
                  <a:srgbClr val="FFFFFF"/>
                </a:solidFill>
              </a:defRPr>
            </a:pPr>
            <a:r>
              <a:t>• How does your solution compare to existing products, open-source projects, or government apps?</a:t>
            </a:r>
            <a:br/>
            <a:r>
              <a:t>• What is the critical innovation that sets your team apart?</a:t>
            </a:r>
          </a:p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B. Feasibility &amp; 24-Hour Hackathon Scope: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What prototype will your team build during the 24-hour on-campus hackathon on Jan 7–8, 2027?</a:t>
            </a:r>
            <a:br/>
            <a:r>
              <a:t>• What are potential technical risks, and how will you mitigate them?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1E2E"/>
                </a:solidFill>
              </a:defRPr>
            </a:pPr>
            <a:r>
              <a:t>// ANTROTHON'27 IDEA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04 // Societal Impact &amp; Target Beneficiaries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A. Social Impact &amp; Benefits:</a:t>
            </a:r>
          </a:p>
          <a:p>
            <a:pPr>
              <a:spcAft>
                <a:spcPts val="1800"/>
              </a:spcAft>
              <a:defRPr sz="1400">
                <a:solidFill>
                  <a:srgbClr val="FFFFFF"/>
                </a:solidFill>
              </a:defRPr>
            </a:pPr>
            <a:r>
              <a:t>• Who are the direct beneficiaries (e.g. students, women, farmers, marginalized communities, hospitals)?</a:t>
            </a:r>
            <a:br/>
            <a:r>
              <a:t>• Quantifiable impact metrics (e.g. reduction in response time, accessibility increase).</a:t>
            </a:r>
          </a:p>
          <a:p>
            <a:pPr>
              <a:spcAft>
                <a:spcPts val="600"/>
              </a:spcAft>
              <a:defRPr sz="1800" b="1">
                <a:solidFill>
                  <a:srgbClr val="FF1E2E"/>
                </a:solidFill>
              </a:defRPr>
            </a:pPr>
            <a:r>
              <a:t>B. Future Roadmap &amp; Sustainability: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Can this project scale into a startup or community deployment via PIIC incubator?</a:t>
            </a:r>
            <a:br/>
            <a:r>
              <a:t>• Summary and closing remarks.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